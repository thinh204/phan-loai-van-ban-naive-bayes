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1f586c9bd412e" /><Relationship Type="http://schemas.openxmlformats.org/officeDocument/2006/relationships/extended-properties" Target="/docProps/app.xml" Id="R5950010a86184e92" /><Relationship Type="http://schemas.openxmlformats.org/officeDocument/2006/relationships/officeDocument" Target="/ppt/presentation.xml" Id="R84ae37c23767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26b9e9f584855"/>
  </p:sldMasterIdLst>
  <p:notesMasterIdLst>
    <p:notesMasterId xmlns:r="http://schemas.openxmlformats.org/officeDocument/2006/relationships" r:id="Rffca4dae472d472d"/>
  </p:notesMasterIdLst>
  <p:sldIdLst>
    <p:sldId xmlns:r="http://schemas.openxmlformats.org/officeDocument/2006/relationships" id="256" r:id="Rbfb8aa8d77234416"/>
    <p:sldId xmlns:r="http://schemas.openxmlformats.org/officeDocument/2006/relationships" id="257" r:id="Rbf73a73e97f34c1b"/>
    <p:sldId xmlns:r="http://schemas.openxmlformats.org/officeDocument/2006/relationships" id="258" r:id="Re8bff40c6afa43ff"/>
    <p:sldId xmlns:r="http://schemas.openxmlformats.org/officeDocument/2006/relationships" id="259" r:id="R51c9d792053845b9"/>
    <p:sldId xmlns:r="http://schemas.openxmlformats.org/officeDocument/2006/relationships" id="260" r:id="R3538fc10f4e5423d"/>
    <p:sldId xmlns:r="http://schemas.openxmlformats.org/officeDocument/2006/relationships" id="261" r:id="R41c185fa34de4a8f"/>
    <p:sldId xmlns:r="http://schemas.openxmlformats.org/officeDocument/2006/relationships" id="262" r:id="R67e278b46e1d4527"/>
    <p:sldId xmlns:r="http://schemas.openxmlformats.org/officeDocument/2006/relationships" id="263" r:id="Rb6189f95e6c74592"/>
    <p:sldId xmlns:r="http://schemas.openxmlformats.org/officeDocument/2006/relationships" id="264" r:id="Reca88228d40c4262"/>
    <p:sldId xmlns:r="http://schemas.openxmlformats.org/officeDocument/2006/relationships" id="265" r:id="R5f4e0c702d4d4a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ec65058d04c66" /><Relationship Type="http://schemas.openxmlformats.org/officeDocument/2006/relationships/slideMaster" Target="/ppt/slideMasters/slideMaster1.xml" Id="Rc5826b9e9f584855" /><Relationship Type="http://schemas.openxmlformats.org/officeDocument/2006/relationships/notesMaster" Target="/ppt/notesMasters/notesMaster1.xml" Id="Rffca4dae472d472d" /><Relationship Type="http://schemas.openxmlformats.org/officeDocument/2006/relationships/presProps" Target="/ppt/presProps.xml" Id="R62bd42643f794411" /><Relationship Type="http://schemas.openxmlformats.org/officeDocument/2006/relationships/tableStyles" Target="/ppt/tableStyles.xml" Id="R7df6f9ca71ce4ebb" /><Relationship Type="http://schemas.openxmlformats.org/officeDocument/2006/relationships/slide" Target="/ppt/slides/slide1.xml" Id="Rbfb8aa8d77234416" /><Relationship Type="http://schemas.openxmlformats.org/officeDocument/2006/relationships/slide" Target="/ppt/slides/slide2.xml" Id="Rbf73a73e97f34c1b" /><Relationship Type="http://schemas.openxmlformats.org/officeDocument/2006/relationships/slide" Target="/ppt/slides/slide3.xml" Id="Re8bff40c6afa43ff" /><Relationship Type="http://schemas.openxmlformats.org/officeDocument/2006/relationships/slide" Target="/ppt/slides/slide4.xml" Id="R51c9d792053845b9" /><Relationship Type="http://schemas.openxmlformats.org/officeDocument/2006/relationships/slide" Target="/ppt/slides/slide5.xml" Id="R3538fc10f4e5423d" /><Relationship Type="http://schemas.openxmlformats.org/officeDocument/2006/relationships/slide" Target="/ppt/slides/slide6.xml" Id="R41c185fa34de4a8f" /><Relationship Type="http://schemas.openxmlformats.org/officeDocument/2006/relationships/slide" Target="/ppt/slides/slide7.xml" Id="R67e278b46e1d4527" /><Relationship Type="http://schemas.openxmlformats.org/officeDocument/2006/relationships/slide" Target="/ppt/slides/slide8.xml" Id="Rb6189f95e6c74592" /><Relationship Type="http://schemas.openxmlformats.org/officeDocument/2006/relationships/slide" Target="/ppt/slides/slide9.xml" Id="Reca88228d40c4262" /><Relationship Type="http://schemas.openxmlformats.org/officeDocument/2006/relationships/slide" Target="/ppt/slides/slide10.xml" Id="R5f4e0c702d4d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c8ee5ca66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409503abb4619" /><Relationship Type="http://schemas.openxmlformats.org/officeDocument/2006/relationships/notesMaster" Target="/ppt/notesMasters/notesMaster1.xml" Id="R76d97ea83a394b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bb8ee2a2741ed" /><Relationship Type="http://schemas.openxmlformats.org/officeDocument/2006/relationships/notesMaster" Target="/ppt/notesMasters/notesMaster1.xml" Id="R5dd7a4b070f9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637cca88a4905" /><Relationship Type="http://schemas.openxmlformats.org/officeDocument/2006/relationships/notesMaster" Target="/ppt/notesMasters/notesMaster1.xml" Id="Ra4af7dab70f8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c22a08eab4219" /><Relationship Type="http://schemas.openxmlformats.org/officeDocument/2006/relationships/notesMaster" Target="/ppt/notesMasters/notesMaster1.xml" Id="R9db18044fe8e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4e4330f1a4ee6" /><Relationship Type="http://schemas.openxmlformats.org/officeDocument/2006/relationships/notesMaster" Target="/ppt/notesMasters/notesMaster1.xml" Id="R4e979e9969724f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ea64b04f448d2" /><Relationship Type="http://schemas.openxmlformats.org/officeDocument/2006/relationships/notesMaster" Target="/ppt/notesMasters/notesMaster1.xml" Id="R4a0648940fec47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84b1bafff24ae8" /><Relationship Type="http://schemas.openxmlformats.org/officeDocument/2006/relationships/notesMaster" Target="/ppt/notesMasters/notesMaster1.xml" Id="Rcb545e0671e147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e4cde2447a456d" /><Relationship Type="http://schemas.openxmlformats.org/officeDocument/2006/relationships/notesMaster" Target="/ppt/notesMasters/notesMaster1.xml" Id="R43c14e4cf2c247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ac29d54724baa" /><Relationship Type="http://schemas.openxmlformats.org/officeDocument/2006/relationships/notesMaster" Target="/ppt/notesMasters/notesMaster1.xml" Id="Ra61226fba7564d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a8815cec4e43e5" /><Relationship Type="http://schemas.openxmlformats.org/officeDocument/2006/relationships/notesMaster" Target="/ppt/notesMasters/notesMaster1.xml" Id="Re981ed1375144c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bài: giới thiệu mục tiêu là nghiên cứu một thuật toán phân loại văn bản và kiểm chứng bằng thực nghiệm. Thành viên 1 trình bày slide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https://scikit-learn.org/stable/modules/generated/sklearn.datasets.fetch_20newsgroups.html. Bốn chủ đề được chọn từ 20 Newsgroups; dữ liệu là tiếng Anh. Thành viên 1 giải thích đầu vào và nhãn.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sẵn train/test. Fit bộ từ vựng và mô hình chỉ trên train; transform/predict trên test. Nguồn: https://scikit-learn.org/stable/auto_examples/text/plot_document_classification_20newsgroups.html. Thành viên 1 kết thúc tại đây.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https://scikit-learn.org/stable/modules/generated/sklearn.feature_extraction.text.TfidfVectorizer.html. Cả hai cách biểu diễn cung cấp đặc trưng cho cùng mô hình MultinomialNB. Thành viên 2 trình bày slide 4–6.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công thức và làm trơn: https://scikit-learn.org/stable/modules/naive_bayes.html. Giải thích giả định độc lập có điều kiện chỉ là xấp xỉ, không có nghĩa từ ngữ độc lập thật. Thành viên 2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câu train: thể thao gồm 'bóng đá thắng', 'bóng đá đội'; công nghệ gồm 'máy tính nhanh', 'máy tính mới'. V=8, N mỗi lớp=6, alpha=1. Điểm thể thao=9/5488; công nghệ=2/5488. Đây là ví dụ minh họa, không phải kết quả dữ liệu thật. Thành viên 2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dữ liệu: https://scikit-learn.org/stable/modules/generated/sklearn.datasets.fetch_20newsgroups.html. Tham số và số mẫu lấy từ results/metrics.json. Việc remove metadata theo gợi ý: https://scikit-learn.org/stable/auto_examples/text/plot_document_classification_20newsgroups.html. Thành viên 3 trình bày slide 7–10.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results/metrics.json, tạo bởi src/run_experiment.py với scikit-learn 1.7.2. Cơ sở (α=1.0): Accuracy 87,18%, Macro F1 86,87% -&gt; Tối ưu (α=0.1): Accuracy 88,52%, Macro F1 88,33%. Chênh lệch chỉ áp dụng cho cấu hình này. Thành viên 3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results/confusion_count.csv và results/confusion_tfidf.csv. Space→Politics giảm 62 xuống 14; Politics→Space tăng 15 lên 45. Recall politics giảm 0.900 xuống 0.758. 42 mẫu test rỗng sau lọc. Không diễn giải đây là nguyên nhân duy nhất. Thành viên 3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tắt: MNB phân loại được bốn chủ đề với Test Accuracy 88,52% và Macro F1 88,33% với α=0.1. Hệ thống đạt 16/16 test cases pytest, tích hợp GitHub Actions CI, cảnh báo UX, giải thích đặc trưng TF-IDF và triển khai Streamlit. Giới hạn: dữ liệu tiếng Anh, bốn lớp, một tập test, 42 văn bản test rỗng sau lọc. Hướng mở rộng: dữ liệu tiếng Việt có nhãn, validation riêng, thử n-gram. Nguồn đầy đủ trong docs/bao-cao.md. Thành viên 3 kết thúc và mời câu hỏi.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cdb1c5ccb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0d6f8476740c3" /><Relationship Type="http://schemas.openxmlformats.org/officeDocument/2006/relationships/slideLayout" Target="/ppt/slideLayouts/slideLayout1.xml" Id="R0b8c1f5d4651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c1f5d4651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ddaebf7d24ebe" /><Relationship Type="http://schemas.openxmlformats.org/officeDocument/2006/relationships/notesSlide" Target="/ppt/notesSlides/notesSlide1.xml" Id="R55cc001d6e14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3e4726e3244ab" /><Relationship Type="http://schemas.openxmlformats.org/officeDocument/2006/relationships/notesSlide" Target="/ppt/notesSlides/notesSlide2.xml" Id="R12ad8d72bf67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e099eaaa4639" /><Relationship Type="http://schemas.openxmlformats.org/officeDocument/2006/relationships/notesSlide" Target="/ppt/notesSlides/notesSlide3.xml" Id="Rdfe8f97f3231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6edc15c044f5e" /><Relationship Type="http://schemas.openxmlformats.org/officeDocument/2006/relationships/notesSlide" Target="/ppt/notesSlides/notesSlide4.xml" Id="R89cd7da756a04e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0fc1fdba04ea7" /><Relationship Type="http://schemas.openxmlformats.org/officeDocument/2006/relationships/notesSlide" Target="/ppt/notesSlides/notesSlide5.xml" Id="R27630fa43fc542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fe18b9c884ecd" /><Relationship Type="http://schemas.openxmlformats.org/officeDocument/2006/relationships/notesSlide" Target="/ppt/notesSlides/notesSlide6.xml" Id="Ra6b604fd34414b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6799b2ea04a03" /><Relationship Type="http://schemas.openxmlformats.org/officeDocument/2006/relationships/notesSlide" Target="/ppt/notesSlides/notesSlide7.xml" Id="R42362b4621884e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fb5dc8dd04dbe" /><Relationship Type="http://schemas.openxmlformats.org/officeDocument/2006/relationships/chart" Target="/ppt/slides/charts/chart1.xml" Id="R291d2472c49d46f9" /><Relationship Type="http://schemas.openxmlformats.org/officeDocument/2006/relationships/notesSlide" Target="/ppt/notesSlides/notesSlide8.xml" Id="R61c72c247a1e4a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6b1eeaf884a84" /><Relationship Type="http://schemas.openxmlformats.org/officeDocument/2006/relationships/notesSlide" Target="/ppt/notesSlides/notesSlide9.xml" Id="R868167ddde6349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2cca5cc044a9" /><Relationship Type="http://schemas.openxmlformats.org/officeDocument/2006/relationships/notesSlide" Target="/ppt/notesSlides/notesSlide10.xml" Id="R085f38057ff248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Cơ sở (α=1.0)</c:v>
          </c:tx>
          <c:spPr>
            <a:solidFill xmlns:a="http://schemas.openxmlformats.org/drawingml/2006/main">
              <a:srgbClr val="49616E"/>
            </a:solidFill>
          </c:spPr>
          <c:cat>
            <c:strRef>
              <c:f>'Chart Data'!$A$2:$A$3</c:f>
              <c:strCache>
                <c:ptCount val="2"/>
                <c:pt idx="0">
                  <c:v>Accuracy</c:v>
                </c:pt>
                <c:pt idx="1">
                  <c:v>Macro F1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88.52</c:v>
                </c:pt>
                <c:pt idx="1">
                  <c:v>88.33</c:v>
                </c:pt>
              </c:numCache>
            </c:numRef>
          </c:val>
        </c:ser>
        <c:ser>
          <c:idx val="1"/>
          <c:order val="1"/>
          <c:tx>
            <c:v>Tối ưu (α=0.1)</c:v>
          </c:tx>
          <c:spPr>
            <a:solidFill xmlns:a="http://schemas.openxmlformats.org/drawingml/2006/main">
              <a:srgbClr val="007E87"/>
            </a:solidFill>
          </c:spPr>
          <c:cat>
            <c:strRef>
              <c:f>'Chart Data'!$C$2:$C$3</c:f>
              <c:strCache>
                <c:ptCount val="2"/>
                <c:pt idx="0">
                  <c:v>Accuracy</c:v>
                </c:pt>
                <c:pt idx="1">
                  <c:v>Macro F1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88.52</c:v>
                </c:pt>
                <c:pt idx="1">
                  <c:v>88.33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42A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49616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37BD-5D50-42CC-93F2-4EC6C72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LOẠI VĂN BẢN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0005F-44CA-4CCE-AEAC-D02517D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7E8E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7E8E5"/>
                </a:solidFill>
                <a:latin typeface="Arial"/>
                <a:ea typeface="Arial"/>
                <a:cs typeface="Arial"/>
              </a:rPr>
              <a:t>bằng Naive Bayes đa thức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63A51-1992-4C0B-9982-1185F5B8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Môn Trí tuệ nhân tạo  ·  Nhóm 3 thành viên</a:t>
            </a:r>
          </a:p>
        </p:txBody>
      </p:sp>
    </p:spTree>
    <p:extLst>
      <p:ext uri="{BB962C8B-B14F-4D97-AF65-F5344CB8AC3E}">
        <p14:creationId xmlns:p14="http://schemas.microsoft.com/office/powerpoint/2010/main" val="1122998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15AAA-F9E8-4FCF-AF9C-EEB2AC9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Bài toán và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80D22-3CB5-4325-B4FA-E93297C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A096-9ABB-4C5B-9AF9-93320D2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44BC-E011-4030-91B5-6EDA75D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Nội dung một bài đăng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02CE9-6FC7-4E6D-93DA-CF04637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282B3-8AC5-45BC-823D-D9E0BEC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Một trong bốn chủ đề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DDB3B-1E67-41B7-BF93-C6B8E39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Đồ họa máy tính</a:t>
            </a:r>
          </a:p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Bóng chày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7D9A1-74DE-4562-AE5E-437A195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Không gian</a:t>
            </a:r>
          </a:p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Chính trị tổng hợp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70BCD-47F8-4A45-BBAD-AA22A34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Dữ liệu: 20 Newsgroups, tập train và test có sẵn</a:t>
            </a:r>
          </a:p>
        </p:txBody>
      </p:sp>
    </p:spTree>
    <p:extLst>
      <p:ext uri="{BB962C8B-B14F-4D97-AF65-F5344CB8AC3E}">
        <p14:creationId xmlns:p14="http://schemas.microsoft.com/office/powerpoint/2010/main" val="1438046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3A9CB-FA38-4B7A-8EAE-090CF208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Quy trình phân loại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17910-9988-4C58-98AA-A6763E6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05F6-B979-4196-AF32-2FBB2E1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  Văn bản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F94FC-30AE-454A-832E-23C25BFF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  Véc-tơ từ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1686C-F7CB-4FE7-B676-1D8AA14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3  Naive Bayes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9CFB4-616D-4D88-8103-7ECC924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4  Nhãn dự đoán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7ECB9-995A-4D87-8D7A-2BC4DA3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Từ ngữ trong bài viết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EA1AA-E41A-4A21-822B-24CF6EA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Bag of Words hoặc TF-IDF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1C435-C145-4214-B2A7-B97540B6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Tính điểm cho từng lớp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24422-10EF-410A-8C44-D910B1C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Chọn lớp có điểm cao nhất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D6642-EECF-4152-80D3-2D2BEC1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Fit trên train; test chỉ dùng để đánh giá</a:t>
            </a:r>
          </a:p>
        </p:txBody>
      </p:sp>
    </p:spTree>
    <p:extLst>
      <p:ext uri="{BB962C8B-B14F-4D97-AF65-F5344CB8AC3E}">
        <p14:creationId xmlns:p14="http://schemas.microsoft.com/office/powerpoint/2010/main" val="495607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F8AFB-F660-4DC3-92EB-71D517A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Hai cách biểu diễn văn bản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A0A09-888C-43FC-8AFB-372E124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0833-2B60-46EA-A07B-34DDF00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Bag of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07EB8-33C0-483E-952E-AB007CC7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Đếm số lần mỗi từ xuất 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904FF-97C0-40D6-ACA9-2DEED1A9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“bóng đá bóng” → [2, 1, 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2FF5-3493-43E8-9E46-A445203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1A8AD-D905-4082-A1D7-8F79989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Giảm trọng số từ xuất hiện ở nhiều tài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32AEA-0E30-4B52-8E79-8040BFA0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Vẫn giữ véc-tơ không âm cho MNB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30F7-DC85-4C8F-BD7D-A19B7F5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Cả hai không giữ thứ tự dài giữa các từ</a:t>
            </a:r>
          </a:p>
        </p:txBody>
      </p:sp>
    </p:spTree>
    <p:extLst>
      <p:ext uri="{BB962C8B-B14F-4D97-AF65-F5344CB8AC3E}">
        <p14:creationId xmlns:p14="http://schemas.microsoft.com/office/powerpoint/2010/main" val="2055658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69BE7-ABEA-4C52-842B-112CF01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41EA4-33F1-4CDB-B434-E107635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32C5E-06BA-4FB4-8CEE-308B35F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P(c | d) ∝ P(d | c) P(c)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7A5F1-F44C-46DD-9455-6046B0D3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score(c, x) = log P(c) + Σᵢ xᵢ log θ(c,i)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C07B-8E82-4C3F-8D4D-0850D6B9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θ(c,i) = [N(c,i) + α] / [N(c) + αV]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A371-E82A-4032-B274-6AA9936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α = 1: làm trơn Laplace để từ chưa thấy không có xác suất bằng 0</a:t>
            </a:r>
          </a:p>
        </p:txBody>
      </p:sp>
    </p:spTree>
    <p:extLst>
      <p:ext uri="{BB962C8B-B14F-4D97-AF65-F5344CB8AC3E}">
        <p14:creationId xmlns:p14="http://schemas.microsoft.com/office/powerpoint/2010/main" val="1920443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BD294-82EB-4258-AB28-60C6D47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Ví dụ tính tay: “bóng đá mới”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5274-1F6C-4384-934E-C2F1178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375CF-D010-4B36-BF7E-C2D5058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52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5D9FB-E4E1-439A-A894-FDFC486E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Thể thao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0B0C-144F-4229-8F2E-29500631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1AEB7-FC94-4673-AA77-7C517BBC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bóng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2A23-B6E2-474F-BF56-1910505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43307-E4EB-43E0-8E3C-CB431CA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9D05-F335-4C75-89E0-1CA4C39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BF7D-C134-4977-BF94-B3F3CA54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432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3/14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AE96B-F025-4AB6-A36E-B68535B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5A12-3857-48BD-A49C-B1C960C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mới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DE37F-CEF3-414B-BD25-D7E84E4F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14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E0A7C-990E-471F-AD8A-CB494BB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14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6B1DB-3934-40B2-96FE-FB24D2A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768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Điểm Thể thao = 9/5488    &gt;    Công nghệ = 2/5488</a:t>
            </a:r>
          </a:p>
        </p:txBody>
      </p:sp>
    </p:spTree>
    <p:extLst>
      <p:ext uri="{BB962C8B-B14F-4D97-AF65-F5344CB8AC3E}">
        <p14:creationId xmlns:p14="http://schemas.microsoft.com/office/powerpoint/2010/main" val="249760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C03D2-A0B4-436F-83F0-33E462A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Thiết kế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1C545-8A41-4233-B4ED-6E23C65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7BC97-8418-437F-A597-81E3F6B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2.239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D7D6-5222-4AAB-9177-410D2661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mẫu 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DAF4A-664C-4614-987C-49468F3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1.490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7FC72-161E-4F33-BCC6-D8DE1BD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mẫu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727D-C28E-4143-A3FE-B707B1F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MultinomialNB: Tối ưu α = 0.1 qua 5-Fold 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98D3-117A-4674-82D5-4D5026F7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862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TfidfVectorizer 13.068 đặc trưng, chống Data 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76927-D9B6-468E-921F-14BAB1FB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Loại header, chữ ký, trích dẫn trước khi học</a:t>
            </a:r>
          </a:p>
        </p:txBody>
      </p:sp>
    </p:spTree>
    <p:extLst>
      <p:ext uri="{BB962C8B-B14F-4D97-AF65-F5344CB8AC3E}">
        <p14:creationId xmlns:p14="http://schemas.microsoft.com/office/powerpoint/2010/main" val="1832761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089A7-CE14-4525-BF81-A0113A3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Kết quả trên tập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63572-9923-4C42-8551-0A88BE8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09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1d2472c49d46f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3DECB-C1B9-4593-8DE3-A29462E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7687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Đơn vị: %  ·  Accuracy: 88,52% (+1,34%) · Macro F1: 88,33% (+1,46%) với α=0.1</a:t>
            </a:r>
          </a:p>
        </p:txBody>
      </p:sp>
    </p:spTree>
    <p:extLst>
      <p:ext uri="{BB962C8B-B14F-4D97-AF65-F5344CB8AC3E}">
        <p14:creationId xmlns:p14="http://schemas.microsoft.com/office/powerpoint/2010/main" val="642440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28EF-286A-466E-B84F-13B4EC3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Các cặp chủ đề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C3592-4231-4B48-9B09-619346C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D4523-414F-4404-ADC3-C6AF89E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Không gian → Chính trị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1C80-F4D1-4C57-8B60-74F3062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7E87"/>
                </a:solidFill>
                <a:latin typeface="Arial"/>
                <a:ea typeface="Arial"/>
                <a:cs typeface="Arial"/>
              </a:rPr>
              <a:t>62 xuống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864E8-20CC-46B7-9D39-EF10F79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Chính trị → Không gian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CF17B-8E70-4B97-AF74-4340AD7A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7E87"/>
                </a:solidFill>
                <a:latin typeface="Arial"/>
                <a:ea typeface="Arial"/>
                <a:cs typeface="Arial"/>
              </a:rPr>
              <a:t>15 lên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C2B2-6CE0-46D9-87F3-3CB6086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TF-IDF tăng điểm chung nhưng giảm recall của lớp chính trị</a:t>
            </a:r>
          </a:p>
        </p:txBody>
      </p:sp>
    </p:spTree>
    <p:extLst>
      <p:ext uri="{BB962C8B-B14F-4D97-AF65-F5344CB8AC3E}">
        <p14:creationId xmlns:p14="http://schemas.microsoft.com/office/powerpoint/2010/main" val="1226531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06DF0-A2C2-4CCA-A25E-FE81C99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Kết luận và 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29048-CFD6-4BE3-B7DE-193B08C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71CCB-DE64-4354-89E1-85896F6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MNB là mô hình đơn giản, dễ giải thích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048D-B84D-4875-9D20-BC4FAFF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Mô hình tối ưu α=0.1: Test Accuracy 88,52%, Macro F1 88,33%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BB46-F43C-4280-8016-6B0700A9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Giới hạn: dữ liệu tiếng Anh, bốn lớp, một tập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2D0D4-644B-4F37-891D-A424B60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16 kiểm thử pytest đạt 100%, CI Pipeline xanh, web Streamlit Cloud &amp; Offline</a:t>
            </a:r>
          </a:p>
        </p:txBody>
      </p:sp>
    </p:spTree>
    <p:extLst>
      <p:ext uri="{BB962C8B-B14F-4D97-AF65-F5344CB8AC3E}">
        <p14:creationId xmlns:p14="http://schemas.microsoft.com/office/powerpoint/2010/main" val="1022506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2026-09-30T10:58:14.0080000Z</dcterms:created>
  <dcterms:modified xsi:type="dcterms:W3CDTF">2026-09-30T10:58:14.0080000Z</dcterms:modified>
</coreProperties>
</file>